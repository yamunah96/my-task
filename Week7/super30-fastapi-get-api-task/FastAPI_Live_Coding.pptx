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26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38912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2630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First Web APIs — Live Coding Session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8046720" cy="1783080"/>
          </a:xfrm>
          <a:prstGeom prst="roundRect">
            <a:avLst>
              <a:gd name="adj" fmla="val 4103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410565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410565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410565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361688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fastapi uvicorn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uvicorn main:app --reload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Running on http://127.0.0.1:8000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Super30 · Backend Development with FastAPI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FastAPI?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tool that turns your functions into a live web API — instantly usable by websites, apps, and other programs.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322783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speed — one of the quickest Python frameworks available.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432511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incoming data automatically, so bad input is caught early.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docs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88720" y="542239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interactive documentation for every endpoint you write.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4846320" cy="4480560"/>
          </a:xfrm>
          <a:prstGeom prst="roundRect">
            <a:avLst>
              <a:gd name="adj" fmla="val 1633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22592" y="177393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77393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Shape 19"/>
          <p:cNvSpPr/>
          <p:nvPr/>
        </p:nvSpPr>
        <p:spPr>
          <a:xfrm>
            <a:off x="7424928" y="177393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029968"/>
            <a:ext cx="4389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{"message":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"Welcome to Super30"}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FastAPI &amp; Uvicorn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builds the API. Uvicorn is the server that runs it — think of it as the engine keeping your API alive and listening.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68833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68833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68833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44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fastapi uvicorn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97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— defines your routes, reads requests, builds responses.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4114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4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297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Uvicorn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47548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ASGI server — actually runs your app and handles live requests.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API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1965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1965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81965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7568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uvicorn main:app --reload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 Uvicorn running on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--reload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Auto-restarts the server every time you save a code change — no manual restarts while teaching or testing.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URLs every student should know: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127.0.0.1:8000/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Whatever route you visit runs the matching function.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55138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513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5138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127.0.0.1:8000/docs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Free, interactive documentation — auto-generated by FastAPI.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Path vs Dynamic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262F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URL. Always returns the same kind of response, no matter what.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32841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32841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Shape 8"/>
          <p:cNvSpPr/>
          <p:nvPr/>
        </p:nvSpPr>
        <p:spPr>
          <a:xfrm>
            <a:off x="1344168" y="33284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844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@app.get("/student")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student():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{...}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/student, /course, /skills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26306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4231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contains a placeholder. The response changes based on what's passed 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48272" y="332841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332841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9" name="Shape 17"/>
          <p:cNvSpPr/>
          <p:nvPr/>
        </p:nvSpPr>
        <p:spPr>
          <a:xfrm>
            <a:off x="7150608" y="33284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5844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@app.get("/square/{num}")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square(num: int):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{"square": num*num}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828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/square/9, /add/10/20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Parameters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parameter is a variable placed directly inside the URL, wrapped in curly braces. FastAPI captures it and passes it into your function.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77977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77977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77977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35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@app.get("/profile/{name}/{age}")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profile(name: str, age: int):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{"name": name, "age": age}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572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/profile/Yamuna/37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0" y="459028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4572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"Yamuna", "age": 37 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braces { } in the route are matched by position to the function's parameters — and their type (str, int) is checked automatically.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12 FastAPI Endpoints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8745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/course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18745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/skills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19272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7764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/add/{n1}/{n2}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3319272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7764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/multiply/{n1}/{n2}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3319272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7764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/square/{n}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61120" y="3319272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37764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/check/{n}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764024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73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22122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/age/{n}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91840" y="4764024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4873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522122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/table/{n}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4764024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873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522122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/profile/{name}/{age}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961120" y="4764024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262F6B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0" y="4873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0" y="522122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/number/{n}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 · ENDPOINTS 1–4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Response APIs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057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4760" y="1828800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"message": "Welcome to Super30 FastAPI" 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322783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0906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/student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29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2999232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"Yamuna", "batch": "Super30", "role": "Student" }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169664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4398264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42611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700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94760" y="4169664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"course_name": "...", "mentor": "Yamuna", "topics": [...] }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5568696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5568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54315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870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5340096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"skills": ["Python", "FastAPI", "SQL", "Docker", "AWS"] }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 · ENDPOINTS 5–7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APIs with Path Parameters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/add/{n1}/{n2}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154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328269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28269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Shape 10"/>
          <p:cNvSpPr/>
          <p:nvPr/>
        </p:nvSpPr>
        <p:spPr>
          <a:xfrm>
            <a:off x="1252728" y="328269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387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/add/50/25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572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"result": 75 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/multiply/{n1}/{n2}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26280" y="2697480"/>
            <a:ext cx="3154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315468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328269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328269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Shape 21"/>
          <p:cNvSpPr/>
          <p:nvPr/>
        </p:nvSpPr>
        <p:spPr>
          <a:xfrm>
            <a:off x="5093208" y="328269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5387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/multiply/5/8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572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"result": 40 }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182880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4F7FC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/square/{n}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66760" y="2697480"/>
            <a:ext cx="3154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66760" y="315468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1352" y="328269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Shape 31"/>
          <p:cNvSpPr/>
          <p:nvPr/>
        </p:nvSpPr>
        <p:spPr>
          <a:xfrm>
            <a:off x="8732520" y="328269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4" name="Shape 32"/>
          <p:cNvSpPr/>
          <p:nvPr/>
        </p:nvSpPr>
        <p:spPr>
          <a:xfrm>
            <a:off x="8933688" y="328269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35387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/square/9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6676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66760" y="4572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"number": 9, "square": 81 }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3 · ENDPOINTS 8–10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Logic-Based APIs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93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/check/{n}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/ Odd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993392"/>
            <a:ext cx="0" cy="10058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2880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/check/17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18288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"number": 17, "type": "odd"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/age/{n}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Message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3474720"/>
            <a:ext cx="0" cy="10058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310128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/age/25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310128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"age": 25, "message": "You are an adult." 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91456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56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/table/{n}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413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4956048"/>
            <a:ext cx="0" cy="10058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4791456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/table/7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791456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"number": 7, "table": ["7 x 1 = 7", ...] 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4 · ENDPOINTS 11–12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Multi-Parameter &amp; Combined APIs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/profile/{name}/{age}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dynamic values in one route — matched left to right.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332841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32841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1344168" y="33284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84448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/profile/Yamuna/37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"Yamuna",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37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/number/{n}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514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several calculations returned together.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121826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48272" y="332841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332841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9" name="Shape 17"/>
          <p:cNvSpPr/>
          <p:nvPr/>
        </p:nvSpPr>
        <p:spPr>
          <a:xfrm>
            <a:off x="7150608" y="33284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584448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/number/10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"number": 10, "square": 100,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"cube": 1000, "even": true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91440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2630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to Build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Code, create main.py, and build all 12 endpoints — then check every one at /docs.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7673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fastapi + uvicorn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1655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static routes (/, /student, /course, /skills)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38344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38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0109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dynamic path parameters ({num}, {name}, {age})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660136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660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56327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uvicorn main:app --reload and test in /docs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2026-09-06T11:02:42Z</dcterms:created>
  <dcterms:modified xsi:type="dcterms:W3CDTF">2026-09-06T11:02:42Z</dcterms:modified>
</cp:coreProperties>
</file>